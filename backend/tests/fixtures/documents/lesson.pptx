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Converting light energy into chemical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Overall Reaction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6CO2 + 6H2O = C6H12O6 + 6O2</a:t>
            </a:r>
          </a:p>
          <a:p>
            <a:pPr lvl="1"/>
            <a:r>
              <a:t>Occurs in the chloroplast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Light reactions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Thylakoid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Calvin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Stroma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